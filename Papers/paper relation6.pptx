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21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89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5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6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48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9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08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58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6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43A1E-5F57-41B1-A819-127F2725CD03}" type="datetimeFigureOut">
              <a:rPr lang="zh-CN" altLang="en-US" smtClean="0"/>
              <a:t>2018/6/25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8E60-2F0A-41E8-A1E5-57377B30E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6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2342" y="565266"/>
            <a:ext cx="5444836" cy="8894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Vadim </a:t>
            </a:r>
            <a:r>
              <a:rPr lang="en-US" altLang="zh-CN" dirty="0" err="1"/>
              <a:t>Lyubashevsky</a:t>
            </a:r>
            <a:r>
              <a:rPr lang="en-US" altLang="zh-CN" dirty="0"/>
              <a:t>, Chris </a:t>
            </a:r>
            <a:r>
              <a:rPr lang="en-US" altLang="zh-CN" dirty="0" err="1"/>
              <a:t>Peikert</a:t>
            </a:r>
            <a:r>
              <a:rPr lang="en-US" altLang="zh-CN" dirty="0"/>
              <a:t>, and </a:t>
            </a:r>
            <a:r>
              <a:rPr lang="en-US" altLang="zh-CN" dirty="0" err="1"/>
              <a:t>Oded</a:t>
            </a:r>
            <a:r>
              <a:rPr lang="en-US" altLang="zh-CN" dirty="0"/>
              <a:t> </a:t>
            </a:r>
            <a:r>
              <a:rPr lang="en-US" altLang="zh-CN" dirty="0" err="1"/>
              <a:t>Regev</a:t>
            </a:r>
            <a:r>
              <a:rPr lang="en-US" altLang="zh-CN" dirty="0"/>
              <a:t>. On Ideal Lattices and </a:t>
            </a:r>
            <a:r>
              <a:rPr lang="en-US" altLang="zh-CN" dirty="0" smtClean="0"/>
              <a:t>Learning with </a:t>
            </a:r>
            <a:r>
              <a:rPr lang="en-US" altLang="zh-CN" dirty="0"/>
              <a:t>Errors over Rings.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977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孙黎月</dc:creator>
  <cp:lastModifiedBy>孙黎月</cp:lastModifiedBy>
  <cp:revision>1</cp:revision>
  <dcterms:created xsi:type="dcterms:W3CDTF">2018-06-25T06:34:51Z</dcterms:created>
  <dcterms:modified xsi:type="dcterms:W3CDTF">2018-06-25T06:36:23Z</dcterms:modified>
</cp:coreProperties>
</file>